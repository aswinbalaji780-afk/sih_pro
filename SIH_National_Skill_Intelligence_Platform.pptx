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GOVERNMENT OF INDIA • MINISTRY OF STATISTICS &amp; PROGRAMME IMPLEMENTATION (MoSPI)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National Skill Intelligence &amp;</a:t>
            </a:r>
            <a:br/>
            <a:r>
              <a:t>Learning Platform</a:t>
            </a:r>
          </a:p>
          <a:p>
            <a:pPr>
              <a:spcAft>
                <a:spcPts val="2800"/>
              </a:spcAft>
              <a:defRPr sz="1600">
                <a:solidFill>
                  <a:srgbClr val="0D9488"/>
                </a:solidFill>
              </a:defRPr>
            </a:pPr>
            <a:r>
              <a:t>AI-Enabled Competency Benchmarking, Skill Gap Analysis &amp; Mission Karmayogi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SIH 2026 Solution Presentation • Official Statistical Cadres (ISS / SSS / DES / NSSTA)</a:t>
            </a:r>
            <a:br/>
            <a:r>
              <a:t>GitHub Repository: https://github.com/aswinbalaji780-afk/SIH_PRO.git • Live Prototype: 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SLIDE 1 • SOLUTION ARCHITECTURE &amp; INNOVATION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Solution: Closed-Loop Cadre Skill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• MoSPI / NSSTA / iGOT Karmayogi • Slide 1 of 5 • https://github.com/aswinbalaji780-afk/SIH_PRO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1. THE CORE PROBLEM IN OFFICIAL STATISTICAL CAPACITY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Traditional LMS Shortcomings: Static course catalogues with zero role-competency benchmarking. Training is episodic, voluntary, and disconnected from promotional career ladders.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Subjectivity &amp; Skill Decay: Self-reported qualifications decay over time with no multi-source verifiable evidence ledger across official cadres (ISS, SSS, DES).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• Disjointed National Infrastructure: iGOT Karmayogi catalog courses are unlinked to localized NSSTA training guides and actual statistical production gaps (PLFS, CPI, GDP).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2. OUR INNOVATIVE CLOSED-LOOP SOLUTION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Multi-Source Competency Engine: Evidence-weighted assessment (45% Quizzes, 30% Course Completion, 15% Experience, 10% Self-Evaluation) across 5 standardized competency levels.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Automated Skill Gap Engine: Calculates Gap = Required Role Benchmark - Assessed Score. Prioritizes Critical (51+), High (31-50), Medium (16-30), and Low (6-15) deltas.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Hybrid AI Recommender Engine: 5-variable objective optimization curates personalized iGOT &amp; NSSTA learning paths with transparent human-readable explainability.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RAG-Grounded Multi-Level MCQ Studio: Synthesizes Bloom's Taxonomy questions (Levels 1-3) grounded in official NSSTA guides with verifiable source citations.</a:t>
            </a:r>
          </a:p>
        </p:txBody>
      </p:sp>
      <p:pic>
        <p:nvPicPr>
          <p:cNvPr id="6" name="Picture 5" descr="learner_sidebar_1788680112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4480560"/>
            <a:ext cx="4937760" cy="173736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KEY PLATFORM HIGHLIGHTS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★ Strict Role-Based Access: Learner, Trainer, Dept Admin, System Admin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★ Seamless Mission Karmayogi (iGOT) REST API Sync with telemetry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★ In-App iGOT Course Player &amp; 4-Module Syllabus Viewer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★ Real-time countdown examination timers with auto-submit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SLIDE 2 • TECHNICAL DEPTH &amp; EXECUTION CLARITY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Stack &amp; System 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• MoSPI / NSSTA / iGOT Karmayogi • Slide 2 of 5 • https://github.com/aswinbalaji780-afk/SIH_PRO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TECHNOLOGY STACK WITH STRATEGIC JUSTIFICATIONS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▪ Frontend: Vanilla HTML5, Tailwind CSS, Lucide Icons, Vanilla JS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  Why: Zero build bloat, sub-100ms first contentful paint, guaranteed compatibility across low-bandwidth NIC regional offices and intranet nodes without framework overhead.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▪ Backend: Python 3.11+ with FastAPI &amp; ASGI Uvicorn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  Why: Asynchronous high-throughput request processing, native Pydantic v2 data validation, and automated OpenAPI 3.0 (Swagger) documentation (/docs).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▪ Database &amp; ORM: SQLite (Embedded) / PostgreSQL + SQLAlchemy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  Why: ACID compliance, immutable historical audit ledgers, zero initial configuration overhead for offline testing, and direct deployability to NIC MeghRaj cloud.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▪ AI / RAG Pipeline: Grounded RAG + TF-IDF Vector Indexing + Gemini 1.5 Pro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  Why: Prevents hallucination by strictly constraining questions to uploaded NSSTA manuals, indexing page/chapter source citations.</a:t>
            </a:r>
          </a:p>
          <a:p>
            <a:pPr>
              <a:defRPr sz="1050" b="1">
                <a:solidFill>
                  <a:srgbClr val="0D9488"/>
                </a:solidFill>
              </a:defRPr>
            </a:pPr>
            <a:r>
              <a:t>▪ Integrations: iGOT Karmayogi v1.4 REST API + NSSTA TPAC Gateway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</a:defRPr>
            </a:pPr>
            <a:r>
              <a:t>  Why: OAuth2 token lifecycle, real-time course syllabus ingestion, and enrollment telemetry tokens (e.g. IGOT-ENR-2026-XXXX).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END-TO-END SYSTEM OPERATIONAL FLOW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1: Officer Profiling &amp; Role Binding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User logs in with Cadre Credentials (SSO). System binds verified role (JSO, SSO, AD) and fetches required competency benchmarks.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2: Multi-Source Competency Evaluation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Computes baseline score from Quizzes (45%), Course Records (30%), Experience (15%), and Self-Ratings (10%).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3: Automated Skill Gap Prioritization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Deltas calculated against target promotional role. Identified gaps prioritized: Critical &gt; High &gt; Medium &gt; Low.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4: AI iGOT Course Synthesis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Hybrid engine recommends sequenced iGOT courses + NSSTA programs; explains 'Why this course was recommended'.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5: iGOT API Enrollment &amp; Player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1-click dispatch to iGOT API; updates UI state to '✓ Enrolled on iGOT'; opens in-app Course Player &amp; Syllabus.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▶ Step 6: RAG-Grounded Adaptive Assessment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Officer undertakes Bloom's Level 1-3 exam with live countdown timer; scores auto-update the Competency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SLIDE 3 • EXECUTION REALISM &amp; SUSTAINABILITY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Viability &amp; Proactive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• MoSPI / NSSTA / iGOT Karmayogi • Slide 3 of 5 • https://github.com/aswinbalaji780-afk/SIH_PRO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D9488"/>
                </a:solidFill>
              </a:defRPr>
            </a:pPr>
            <a:r>
              <a:t>✔ Technical Feasibility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Ultra-lightweight architecture (&lt;50MB RAM footprint). Runs seamlessly on low-tier government hardware or containerized via Docker &amp; Docker Compose. Supports dual mode: live API gateway + offline mock sandbox for restricted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212080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✔ Financial Feasibility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100% open-source stack (FastAPI, SQLite, Vanilla CSS/JS) eliminates vendor licensing lock-in. Minimal LLM token costs achieved via pre-chunked TF-IDF semantic retrieval and localized RAG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✔ Operational Feasibility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Directly aligns with MoSPI's training mandate and NSSTA's TPAC calendar. Integrates cleanly with existing iGOT Karmayogi employee IDs without requiring parallel account management or data duplication.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5212080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✔ Market &amp; Cadre Viability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Designed for nationwide adoption across ISS, SSS, and State DES departments (~12,500+ statistical personnel). Directly implements DoPT Mission Karmayogi capacity building objectives.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07040" cy="1463040"/>
          </a:xfrm>
          <a:prstGeom prst="roundRect">
            <a:avLst/>
          </a:prstGeom>
          <a:solidFill>
            <a:srgbClr val="1E1428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TRANSPARENT RISK ANALYSIS &amp; MITIGATION STRATEGIES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⚠ Risk 1: AI Hallucination in Question Synthesis ➔ Mitigation: Strict RAG grounding on uploaded NSSTA manuals with exact page citations + Human-in-the-Loop Trainer Review Queue.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⚠ Risk 2: Intermittent Connectivity in Remote Field Offices ➔ Mitigation: Offline-first architecture, local storage caching of assessments, and asynchronous background sync upon reconnection.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⚠ Risk 3: Cadre Role Mismatch &amp; Security Escalation ➔ Mitigation: Strict 4-role RBAC isolation; Learner, Trainer, Dept Admin, and System Admin views are segregated at router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SLIDE 4 • QUANTIFIABLE PUBLIC VALUE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Real-World Impact, Cadre Benefits &amp; Adoption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• MoSPI / NSSTA / iGOT Karmayogi • Slide 4 of 5 • https://github.com/aswinbalaji780-afk/SIH_PRO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QUANTIFIABLE MULTI-DIMENSIONAL IMPACT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Economic &amp; Budgetary Impact: Eliminates ~40% of redundant/duplicate training hours across regional statistical divisions. Maximizes public capacity fund ROI by targeting proven skill gaps rather than generalized lectures.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Data Quality &amp; Governance Enhancement: Directly uplifts sampling precision, reduces non-sampling errors, and guarantees SNA 2008 / DQAF compliance across high-stakes national datasets (GDP, CPI, PLFS, Agricultural Census).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Democratized Career Progression: Establishes a transparent, meritocratic skill roadmap for Junior Statistical Officers (JSOs) aspiring to SSO, Assistant Director, and Director cadres with verified competency audit trails.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</a:defRPr>
            </a:pPr>
            <a:r>
              <a:t>✔ Adoption Barrier Mitigation: Eliminates cognitive burden via 1-click SSO, gamified competency progression (+8.2% monthly), and transparent 'Why this course was recommended' explanations.</a:t>
            </a:r>
          </a:p>
        </p:txBody>
      </p:sp>
      <p:pic>
        <p:nvPicPr>
          <p:cNvPr id="6" name="Picture 5" descr="enrolled_igot_success_1788677010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4389120"/>
            <a:ext cx="4937760" cy="182880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STRATEGIC VALUE DELIVERED TO MoSPI &amp; NSSTA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★ Single Pane of Glass: Executive workforce analytics across 12,480+ cadre strength.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★ Real-Time Competency Ledger: Tamper-evident progression history.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★ Bilingual Governance: Full English &amp; Hindi UI for pan-India cadre inclusivity.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★ Direct Mission Karmayogi Alignment: Operationalizes National Capacity Building.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SLIDE 5 • GROUNDWORK &amp; SCIENTIFIC CREDIBILITY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Methodological Foundations, Citations &amp; Competitive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• MoSPI / NSSTA / iGOT Karmayogi • Slide 5 of 5 • https://github.com/aswinbalaji780-afk/SIH_PRO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ACADEMIC PAPERS &amp; METHODOLOGICAL STANDARDS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📚 Hansen, M. H., &amp; Hurwitz, W. N. (1943)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   On the Theory of Sampling from Finite Populations. Annals of Mathematical Statistics. Foundational to our Sampling &amp; Survey Design competency benchmark.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📚 Horvitz, D. G., &amp; Thompson, D. J. (1952)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   A generalization of sampling without replacement from a finite universe. JASA. Powers our survey weighting and variance estimation Bloom L2 questions.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📚 Rao, J. N. K., &amp; Molina, I. (2015)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   Small Area Estimation. John Wiley &amp; Sons. Governs our Fay-Herriot EBLUP auxiliary administrative data integration benchmarks.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📚 Bloom, B. S. (1956) &amp; Anderson et al. (2001)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   A Taxonomy for Learning, Teaching, and Assessing. Underpins our 3-tiered cognitive exam synthesis (Recall, Applied, Strategic).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📚 United Nations Statistical Commission (UNSD)</a:t>
            </a:r>
          </a:p>
          <a:p>
            <a:pPr>
              <a:spcAft>
                <a:spcPts val="300"/>
              </a:spcAft>
              <a:defRPr sz="900">
                <a:solidFill>
                  <a:srgbClr val="FFFFFF"/>
                </a:solidFill>
              </a:defRPr>
            </a:pPr>
            <a:r>
              <a:t>   Fundamental Principles of Official Statistics &amp; National Accounts System (SNA 2008). Informs our official statistical ethics and national accounts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1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BENCHMARKING AGAINST EXISTING PLATFORMS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⚖ Baseline iGOT Karmayogi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Catalog repository only; lacks official statistical gap calculation, dynamic promotion benchmarking, and automated RAG test synthesis.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⚖ Diksha (MoE)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K-12 student and school teacher focus; lacks civil service cadre hierarchy, multi-source evidence ledgers, and statistical methodology engines.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⚖ Commercial LMS (Coursera / edX)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Generic corporate skills; zero alignment with Government of India official statistical service rules (ISS/SSS/DES) and prohibitive recurring SaaS costs.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⚖ Our National Skill Intelligence Platform</a:t>
            </a:r>
          </a:p>
          <a:p>
            <a:pPr>
              <a:spcAft>
                <a:spcPts val="400"/>
              </a:spcAft>
              <a:defRPr sz="900">
                <a:solidFill>
                  <a:srgbClr val="FFFFFF"/>
                </a:solidFill>
              </a:defRPr>
            </a:pPr>
            <a:r>
              <a:t>   100% purpose-built for India's Official Statistical System: Closed-loop intelligence, automated gap scoring, multi-level cognitive exam engine, and sovereign zero-cost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